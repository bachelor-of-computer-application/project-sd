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6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1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4E26AE7-911E-97F7-90DC-57CC677422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98127FD1-24CC-48DA-F096-30197D813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3CDE153-1672-8941-4330-64F58EBF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EACCBBF-80B2-A6DB-0EB5-356564D5D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8F33690-8F48-8AA2-5DD5-2CB340D1E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65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E75C88C-6AF6-E40C-7B1D-B2D0FEAA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CF08466-B11B-56F5-AC2A-421498AB2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F244DE3-6B2E-37F4-62F6-D09693D50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ADEA595-1D33-1FAF-69FB-AF8DF9EAC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B3328DC-FC11-A62A-356D-DD63D1369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835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B01DAC3-7FEB-C4FF-DE46-BA155AA82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2F22055-BDA8-9EC5-57C5-9EB70D910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5FA28B4-AE90-FDD9-0A4D-FC774CD87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9F5F3C4F-7E86-CE2A-E7C7-E31C80772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53B46B8-A7E8-B944-B322-654BDBF09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78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9FDD089-92F1-CE0B-B25C-8F0D2AFE9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D60BFC1-69ED-BA70-558B-36DA4BC64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20507B1A-61F6-5082-9D91-E531C878B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8F63CFB7-6543-C803-DA07-3A9DDFE0C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2674DB0-FEF9-599F-8C5B-170E24974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8D43C5C5-89DC-EC60-8E33-AE5CED8A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72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746755F-6B9C-A611-C217-6B5A92096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6C4B97A-CEAE-E23A-B5D0-C528FD6F1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3D1A3465-CAF8-C4A0-B417-1FD38E120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A96E4927-CA74-03C1-FF96-9BD8F6C75B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776B05E8-CC52-BF11-535B-DD5F3F7A4C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62B8625-6D65-2904-3740-AEA5D078B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8C95EFDA-49E2-B8B6-F841-35F3ED682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FC3D7B08-9700-FAAB-B9FC-554F6A2A6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337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578283-CA27-5BBE-3B69-A7AE24427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9799CE10-1BD2-E4EC-3052-8DB1E5A5B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1BEF9561-3860-CD15-455C-89D3BB540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AC6F9450-FDA4-513C-0BBB-E527C348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280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FD935C6A-2B80-6605-16F4-543A28629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DE30E863-D0D0-4377-C41B-91121E1B5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CBC8810-A436-C43F-800E-33081CC9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699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8D5E12F-455A-9562-15D7-2C1236077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CFAB899-56A5-0755-3342-C850480E0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0C57E362-0C7B-3BE2-3509-38267E74CA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2712F4B-6CF9-CA49-18B8-2801E8CC2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F9FC51EF-C0DF-F9D1-5634-C4E81B5B7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DE2E7A44-C576-8C8A-970F-28098F41B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13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D3112C-36C8-EFBC-C401-E0F161F44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6F10467D-E165-7AC8-273C-B1AB54FBFC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C60142D-8886-B0D6-0E5E-EB666D1DB4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F12D38EB-DD4C-3DDE-9F52-693EC7B7F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9DBB5D7-6F39-5A5D-529F-FE45C1CFA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329A4A13-FC19-A055-26ED-AAD20E0F2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52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7BCA827-20F9-FC36-1DA7-827C94B22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FAF8956B-B870-DB88-5702-3466DE95D2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3A7D5CE-FDF1-38EB-5981-24720036D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CC33B160-42FB-E486-1073-20CF7CCC3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D7D6441-F9A6-5398-550D-415D3CDFB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5298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2B9AD8A6-1443-5CF8-B0A0-DC7212A830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1336A049-DE16-832E-0754-B4C535259D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EFEC61F-9515-9E90-9383-406A72657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CCECA544-3170-192D-C1ED-108C7F20B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3A333BF-8D8D-E28A-B6A3-A25B45DEB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688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2">
                <a:lumMod val="20000"/>
                <a:lumOff val="80000"/>
                <a:alpha val="99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319A5A2E-5446-3E57-10A4-C77E541C9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FDF09C63-2FF9-8A66-970C-DF9CA1BBD0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94816DA-1425-63F7-01D6-3A0BA5362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74CDA7-88E2-46CD-B246-B6D2F01D5F20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57BB893-3852-DD1D-A19D-F42CA0626F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4483858-41BF-DC7B-4606-1C6C62DD61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266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gozalewis/4565833940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reativecommons.org/licenses/by-sa/3.0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79CA116-0403-A58E-2705-BBC572BF5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348694"/>
          </a:xfrm>
        </p:spPr>
        <p:txBody>
          <a:bodyPr/>
          <a:lstStyle/>
          <a:p>
            <a:r>
              <a:rPr lang="en-US" dirty="0"/>
              <a:t>“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ROCK ,PAPER, SCISSOR</a:t>
            </a:r>
            <a:r>
              <a:rPr lang="en-US" dirty="0"/>
              <a:t>”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5E2F5AE3-A223-1DBE-FF88-640136681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9599" y="4478337"/>
            <a:ext cx="3744685" cy="2020434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PREPARED BY :</a:t>
            </a:r>
          </a:p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DIVYA   SHARMA </a:t>
            </a:r>
          </a:p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SABINA   PUWANLI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E1FDDD99-9BF0-71D4-E87D-564B84CEAF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xmlns="" r:id="rId3"/>
              </a:ext>
            </a:extLst>
          </a:blip>
          <a:stretch>
            <a:fillRect/>
          </a:stretch>
        </p:blipFill>
        <p:spPr>
          <a:xfrm>
            <a:off x="0" y="2471057"/>
            <a:ext cx="2763818" cy="1730150"/>
          </a:xfrm>
          <a:prstGeom prst="ellipse">
            <a:avLst/>
          </a:prstGeom>
          <a:ln w="190500" cap="rnd">
            <a:noFill/>
            <a:prstDash val="solid"/>
          </a:ln>
          <a:effectLst>
            <a:outerShdw blurRad="184150" dist="241300" dir="11520000" sx="110000" sy="110000" algn="ctr">
              <a:srgbClr val="000000">
                <a:alpha val="18000"/>
              </a:srgbClr>
            </a:outerShdw>
          </a:effectLst>
          <a:scene3d>
            <a:camera prst="perspectiveFront" fov="5100000">
              <a:rot lat="0" lon="2100000" rev="0"/>
            </a:camera>
            <a:lightRig rig="flood" dir="t">
              <a:rot lat="0" lon="0" rev="13800000"/>
            </a:lightRig>
          </a:scene3d>
          <a:sp3d extrusionH="107950" prstMaterial="plastic">
            <a:bevelT w="82550" h="63500" prst="divot"/>
            <a:bevelB/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2873BA6A-3FFF-9930-34EC-D5129CF56BF9}"/>
              </a:ext>
            </a:extLst>
          </p:cNvPr>
          <p:cNvSpPr txBox="1"/>
          <p:nvPr/>
        </p:nvSpPr>
        <p:spPr>
          <a:xfrm>
            <a:off x="1067121" y="7010400"/>
            <a:ext cx="1774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hlinkClick r:id="rId3" tooltip="https://www.flickr.com/photos/gozalewis/4565833940/"/>
              </a:rPr>
              <a:t>This Photo</a:t>
            </a:r>
            <a:r>
              <a:rPr lang="en-US" sz="900"/>
              <a:t> by Unknown Author is licensed under </a:t>
            </a:r>
            <a:r>
              <a:rPr lang="en-US" sz="900">
                <a:hlinkClick r:id="rId4" tooltip="https://creativecommons.org/licenses/by-sa/3.0/"/>
              </a:rPr>
              <a:t>CC BY-SA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16712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654934D-C094-BA3C-9DC7-69A3E5F4C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1511" y="171950"/>
            <a:ext cx="8523514" cy="1141866"/>
          </a:xfrm>
        </p:spPr>
        <p:txBody>
          <a:bodyPr/>
          <a:lstStyle/>
          <a:p>
            <a:r>
              <a:rPr lang="en-US" b="1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F6E52F9D-8044-4BB7-A57D-CFC90EFB4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050" y="1686879"/>
            <a:ext cx="8570867" cy="2966402"/>
          </a:xfrm>
        </p:spPr>
        <p:txBody>
          <a:bodyPr>
            <a:noAutofit/>
          </a:bodyPr>
          <a:lstStyle/>
          <a:p>
            <a:pPr marL="514350" indent="-514350" algn="l">
              <a:buFont typeface="+mj-lt"/>
              <a:buAutoNum type="arabicPeriod"/>
            </a:pPr>
            <a:r>
              <a:rPr lang="en-US" dirty="0"/>
              <a:t>Rock Paper Scissors is a simple and popular hand game played between two players. 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/>
              <a:t>This project develops a digital version of the game using the C programming language.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/>
              <a:t>The system provides user registration, login, single-player and multiplayer modes. 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/>
              <a:t>It uses file handling to store player information, match history, and leaderboard records. 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/>
              <a:t>The project demonstrates the practical application of C programming concepts in developing a complete software application.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1550" y="1686879"/>
            <a:ext cx="3600450" cy="2885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346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06A50B1-CA47-93F4-AE81-CB7D81DB0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6915" y="261257"/>
            <a:ext cx="9144000" cy="109945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41887487-9DD7-4309-C4DF-1D74C7C3C8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6775" y="1481818"/>
            <a:ext cx="9144000" cy="4876800"/>
          </a:xfrm>
        </p:spPr>
        <p:txBody>
          <a:bodyPr>
            <a:normAutofit/>
          </a:bodyPr>
          <a:lstStyle/>
          <a:p>
            <a:pPr algn="l"/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objective of this project is to develop a complete Rock Paper Scissors gaming system using C programming language. Here are some specific objectives listed below: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multiple gameplay modes including player versus computer and multiplayer functionality.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use file handling for storing player records, maintaining match history, and displaying scoreboards.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create Dashboard that provides easy access to gameplay, match history, leader board and user options.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910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90F860A-5BC2-2A92-C549-C1481375F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5144" y="262392"/>
            <a:ext cx="9252856" cy="967694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15EAC4F1-F4EA-5CA9-069E-600B6D9529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1651907"/>
            <a:ext cx="9144000" cy="4789714"/>
          </a:xfrm>
        </p:spPr>
        <p:txBody>
          <a:bodyPr>
            <a:noAutofit/>
          </a:bodyPr>
          <a:lstStyle/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following problems motivated the development of this project: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Lack of User Management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traditional game does not provide a registration or login system, making it impossible to identify different players or maintain individual player records.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No Permanent Data Storage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Absence of Match History and Leaderboard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Players cannot review previously played matches or compare their performance with other players through a leaderboard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  Gameplay Features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traditional game offers only basic gameplay and lacks additional features.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overcome these Limitations, this project develops a console-based Rock Paper Scissors Game using C programming language with user registration, login, single player and multiplayer modes, score management, match history, leaderboard, and file handling for permanent data storage.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000" dirty="0"/>
              <a:t> 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55617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2885" y="0"/>
            <a:ext cx="9775371" cy="1017361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MEMBERS CONTRIBUTION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xmlns="" id="{37F001BB-DD57-E67E-29BC-2C7D75A179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0904000"/>
              </p:ext>
            </p:extLst>
          </p:nvPr>
        </p:nvGraphicFramePr>
        <p:xfrm>
          <a:off x="874939" y="1045936"/>
          <a:ext cx="10003972" cy="5519297"/>
        </p:xfrm>
        <a:graphic>
          <a:graphicData uri="http://schemas.openxmlformats.org/drawingml/2006/table">
            <a:tbl>
              <a:tblPr/>
              <a:tblGrid>
                <a:gridCol w="2500993">
                  <a:extLst>
                    <a:ext uri="{9D8B030D-6E8A-4147-A177-3AD203B41FA5}">
                      <a16:colId xmlns:a16="http://schemas.microsoft.com/office/drawing/2014/main" xmlns="" val="2552326468"/>
                    </a:ext>
                  </a:extLst>
                </a:gridCol>
                <a:gridCol w="2500993">
                  <a:extLst>
                    <a:ext uri="{9D8B030D-6E8A-4147-A177-3AD203B41FA5}">
                      <a16:colId xmlns:a16="http://schemas.microsoft.com/office/drawing/2014/main" xmlns="" val="150162057"/>
                    </a:ext>
                  </a:extLst>
                </a:gridCol>
                <a:gridCol w="2500993">
                  <a:extLst>
                    <a:ext uri="{9D8B030D-6E8A-4147-A177-3AD203B41FA5}">
                      <a16:colId xmlns:a16="http://schemas.microsoft.com/office/drawing/2014/main" xmlns="" val="2636996169"/>
                    </a:ext>
                  </a:extLst>
                </a:gridCol>
                <a:gridCol w="2500993">
                  <a:extLst>
                    <a:ext uri="{9D8B030D-6E8A-4147-A177-3AD203B41FA5}">
                      <a16:colId xmlns:a16="http://schemas.microsoft.com/office/drawing/2014/main" xmlns="" val="1849122840"/>
                    </a:ext>
                  </a:extLst>
                </a:gridCol>
              </a:tblGrid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S.N.</a:t>
                      </a:r>
                      <a:endParaRPr lang="en-US" sz="14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Task / Activity</a:t>
                      </a:r>
                      <a:endParaRPr lang="en-US" sz="14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 err="1"/>
                        <a:t>Divya</a:t>
                      </a:r>
                      <a:r>
                        <a:rPr lang="en-US" sz="1400" b="1" dirty="0"/>
                        <a:t> Sharma</a:t>
                      </a:r>
                      <a:endParaRPr lang="en-US" sz="14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/>
                        <a:t>Sabina</a:t>
                      </a:r>
                      <a:endParaRPr lang="en-US" sz="14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4111058095"/>
                  </a:ext>
                </a:extLst>
              </a:tr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1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Requirement Analysis and Literature Review &amp; Background Study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✔</a:t>
                      </a:r>
                    </a:p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032505115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2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Problem Statement &amp; Objectives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183224937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3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System Design (DFD &amp; Flowchart)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746497574"/>
                  </a:ext>
                </a:extLst>
              </a:tr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4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User Registration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4161440268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5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Login Authentication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572317297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6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Single Player Game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996340715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7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Multiplayer Game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✔</a:t>
                      </a:r>
                    </a:p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829323907"/>
                  </a:ext>
                </a:extLst>
              </a:tr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8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Leaderboard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4086177249"/>
                  </a:ext>
                </a:extLst>
              </a:tr>
              <a:tr h="2395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9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Match History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6306186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10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Profile Update &amp; Delete Account Module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810022984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11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File Handling (Binary File Storage)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498690962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12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Testing (Test Cases, RTM &amp; UAT)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200" dirty="0"/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822979334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13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Documentation &amp; Report Writing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667908517"/>
                  </a:ext>
                </a:extLst>
              </a:tr>
              <a:tr h="4131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14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Presentation Preparation &amp; Project Demonstration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✔</a:t>
                      </a:r>
                    </a:p>
                  </a:txBody>
                  <a:tcPr marL="44859" marR="44859" marT="22430" marB="2243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4109677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9396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LEVEL 0 DFD </a:t>
            </a:r>
          </a:p>
        </p:txBody>
      </p:sp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793750" y="1739400"/>
            <a:ext cx="8331200" cy="433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overall working of the Rock Paper Scissors Game.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Illustrates the interaction between the player and the system.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Represents the main input and output of the application. </a:t>
            </a:r>
          </a:p>
        </p:txBody>
      </p:sp>
      <p:pic>
        <p:nvPicPr>
          <p:cNvPr id="6" name="Picture 5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225" y="1629575"/>
            <a:ext cx="7975600" cy="329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649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LEVEL 1 DFD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1323644"/>
            <a:ext cx="9643409" cy="5355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internal processes of the system.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Includes registration, login, gameplay, profile management, leaderboard, and match history.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Demonstrates the flow of data between users and the data files </a:t>
            </a:r>
          </a:p>
        </p:txBody>
      </p:sp>
      <p:pic>
        <p:nvPicPr>
          <p:cNvPr id="5" name="Picture 4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1628776"/>
            <a:ext cx="10106025" cy="4048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412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714" y="208476"/>
            <a:ext cx="10297886" cy="783712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MAIN MENU, REGISTRATION AND LOGIN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1046647"/>
            <a:ext cx="9049209" cy="5909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1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Illustrates the sequence of user registration and login before accessing the game dashboard.</a:t>
            </a:r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676547"/>
            <a:ext cx="10069286" cy="5811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75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69850"/>
            <a:ext cx="10515600" cy="911225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DASHBOARD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620486" y="240789"/>
            <a:ext cx="9535885" cy="6740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available options after successful login and the navigation to different modules of the system.</a:t>
            </a:r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40" y="805977"/>
            <a:ext cx="11258560" cy="553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728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10515600" cy="1009650"/>
          </a:xfrm>
        </p:spPr>
        <p:txBody>
          <a:bodyPr>
            <a:no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SINGLE PLAYER GAMEPLAY</a:t>
            </a:r>
          </a:p>
        </p:txBody>
      </p:sp>
      <p:sp>
        <p:nvSpPr>
          <p:cNvPr id="6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204787" y="633027"/>
            <a:ext cx="11515725" cy="6186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Represents the process of playing against the computer and updating the game result.</a:t>
            </a:r>
          </a:p>
        </p:txBody>
      </p:sp>
      <p:pic>
        <p:nvPicPr>
          <p:cNvPr id="7" name="Picture 6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583" y="1153886"/>
            <a:ext cx="6895467" cy="527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146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123825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MULTIPLAYER GAMEPLAY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675" y="987424"/>
            <a:ext cx="10515600" cy="5870575"/>
          </a:xfrm>
        </p:spPr>
        <p:txBody>
          <a:bodyPr>
            <a:normAutofit fontScale="7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Shows the gameplay process between two registered players and the result generation</a:t>
            </a:r>
          </a:p>
        </p:txBody>
      </p:sp>
      <p:pic>
        <p:nvPicPr>
          <p:cNvPr id="4" name="Picture 3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6610" y="987424"/>
            <a:ext cx="6800215" cy="534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152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0965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 FOR HISTORY, LEADERBOARD AND DELETE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475" y="711200"/>
            <a:ext cx="11715750" cy="6032500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2400" dirty="0"/>
              <a:t>Illustrates the process of viewing match history, leaderboard, and deleting a user account.</a:t>
            </a:r>
          </a:p>
        </p:txBody>
      </p:sp>
      <p:pic>
        <p:nvPicPr>
          <p:cNvPr id="4" name="Pictur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943" y="925286"/>
            <a:ext cx="10134599" cy="5221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891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0"/>
            <a:ext cx="10515600" cy="95250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CASE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952499"/>
            <a:ext cx="10515600" cy="5819775"/>
          </a:xfrm>
        </p:spPr>
        <p:txBody>
          <a:bodyPr>
            <a:normAutofit lnSpcReduction="10000"/>
          </a:bodyPr>
          <a:lstStyle/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The Use Case Diagram provides an overview of the system's functional requirements and shows how the user interacts with the different features of the application.</a:t>
            </a:r>
          </a:p>
        </p:txBody>
      </p:sp>
      <p:pic>
        <p:nvPicPr>
          <p:cNvPr id="4" name="Picture 3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75" y="952498"/>
            <a:ext cx="10144125" cy="51244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75988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1975" y="1758950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Rock Paper Scissors Game was successfully developed using the C programming language.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provides user registration, login, single-player and multiplayer gameplay, leaderboard, and match history.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handling enables permanent storage of player records and game statistics.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enhanced our knowledge of programming, file handling, teamwork, and software development.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Overall, the project achieved its objectives and can be further enhanced with GUI, database integration, and online multiplayer features</a:t>
            </a:r>
            <a:r>
              <a:rPr lang="en-US" sz="24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841431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260</TotalTime>
  <Words>599</Words>
  <Application>Microsoft Office PowerPoint</Application>
  <PresentationFormat>Widescreen</PresentationFormat>
  <Paragraphs>239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Office Theme</vt:lpstr>
      <vt:lpstr>“ROCK ,PAPER, SCISSOR” </vt:lpstr>
      <vt:lpstr>INTRODUCTION</vt:lpstr>
      <vt:lpstr>OBJECTIVE</vt:lpstr>
      <vt:lpstr>PROBLEM STATEMENT</vt:lpstr>
      <vt:lpstr>TEAM MEMBERS CONTRIBUTION</vt:lpstr>
      <vt:lpstr>LEVEL 0 DFD </vt:lpstr>
      <vt:lpstr>LEVEL 1 DFD</vt:lpstr>
      <vt:lpstr>FLOWCHART FOR MAIN MENU, REGISTRATION AND LOGIN</vt:lpstr>
      <vt:lpstr>FLOWCHART FOR DASHBOARD</vt:lpstr>
      <vt:lpstr>FLOWCHART FOR SINGLE PLAYER GAMEPLAY</vt:lpstr>
      <vt:lpstr>FLOWCHART FOR MULTIPLAYER GAMEPLAY</vt:lpstr>
      <vt:lpstr>FLOWCHART FOR HISTORY, LEADERBOARD AND DELETE</vt:lpstr>
      <vt:lpstr>USE CASE DIAGRAM</vt:lpstr>
      <vt:lpstr>CONCLUSION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“ROCK ,PAPER, SCISSOR” </dc:title>
  <dc:creator>User</dc:creator>
  <cp:lastModifiedBy>Acer</cp:lastModifiedBy>
  <cp:revision>18</cp:revision>
  <dcterms:created xsi:type="dcterms:W3CDTF">2026-07-10T12:37:12Z</dcterms:created>
  <dcterms:modified xsi:type="dcterms:W3CDTF">2026-07-12T02:03:49Z</dcterms:modified>
</cp:coreProperties>
</file>