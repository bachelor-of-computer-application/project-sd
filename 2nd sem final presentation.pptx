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1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4E26AE7-911E-97F7-90DC-57CC677422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98127FD1-24CC-48DA-F096-30197D813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3CDE153-1672-8941-4330-64F58EBF5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EACCBBF-80B2-A6DB-0EB5-356564D5D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F8F33690-8F48-8AA2-5DD5-2CB340D1E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65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E75C88C-6AF6-E40C-7B1D-B2D0FEAA9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1CF08466-B11B-56F5-AC2A-421498AB20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6F244DE3-6B2E-37F4-62F6-D09693D50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ADEA595-1D33-1FAF-69FB-AF8DF9EAC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BB3328DC-FC11-A62A-356D-DD63D1369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835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B01DAC3-7FEB-C4FF-DE46-BA155AA82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72F22055-BDA8-9EC5-57C5-9EB70D9100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65FA28B4-AE90-FDD9-0A4D-FC774CD87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9F5F3C4F-7E86-CE2A-E7C7-E31C80772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53B46B8-A7E8-B944-B322-654BDBF09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678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9FDD089-92F1-CE0B-B25C-8F0D2AFE9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D60BFC1-69ED-BA70-558B-36DA4BC64D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20507B1A-61F6-5082-9D91-E531C878BD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8F63CFB7-6543-C803-DA07-3A9DDFE0C6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2674DB0-FEF9-599F-8C5B-170E24974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8D43C5C5-89DC-EC60-8E33-AE5CED8A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872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746755F-6B9C-A611-C217-6B5A92096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6C4B97A-CEAE-E23A-B5D0-C528FD6F1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3D1A3465-CAF8-C4A0-B417-1FD38E1209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A96E4927-CA74-03C1-FF96-9BD8F6C75B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776B05E8-CC52-BF11-535B-DD5F3F7A4C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762B8625-6D65-2904-3740-AEA5D078B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8C95EFDA-49E2-B8B6-F841-35F3ED682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FC3D7B08-9700-FAAB-B9FC-554F6A2A6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337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F578283-CA27-5BBE-3B69-A7AE24427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9799CE10-1BD2-E4EC-3052-8DB1E5A5B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1BEF9561-3860-CD15-455C-89D3BB540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AC6F9450-FDA4-513C-0BBB-E527C348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280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FD935C6A-2B80-6605-16F4-543A28629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DE30E863-D0D0-4377-C41B-91121E1B55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CBC8810-A436-C43F-800E-33081CC9E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6999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8D5E12F-455A-9562-15D7-2C1236077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CFAB899-56A5-0755-3342-C850480E00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0C57E362-0C7B-3BE2-3509-38267E74CA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2712F4B-6CF9-CA49-18B8-2801E8CC2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F9FC51EF-C0DF-F9D1-5634-C4E81B5B7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DE2E7A44-C576-8C8A-970F-28098F41B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613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3D3112C-36C8-EFBC-C401-E0F161F44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6F10467D-E165-7AC8-273C-B1AB54FBFC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8C60142D-8886-B0D6-0E5E-EB666D1DB4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F12D38EB-DD4C-3DDE-9F52-693EC7B7F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99DBB5D7-6F39-5A5D-529F-FE45C1CFA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329A4A13-FC19-A055-26ED-AAD20E0F2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520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7BCA827-20F9-FC36-1DA7-827C94B22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FAF8956B-B870-DB88-5702-3466DE95D2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D3A7D5CE-FDF1-38EB-5981-24720036D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CC33B160-42FB-E486-1073-20CF7CCC3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D7D6441-F9A6-5398-550D-415D3CDFB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5298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2B9AD8A6-1443-5CF8-B0A0-DC7212A830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1336A049-DE16-832E-0754-B4C535259D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EFEC61F-9515-9E90-9383-406A72657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CCECA544-3170-192D-C1ED-108C7F20B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13A333BF-8D8D-E28A-B6A3-A25B45DEB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688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tx2">
                <a:lumMod val="20000"/>
                <a:lumOff val="80000"/>
                <a:alpha val="99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319A5A2E-5446-3E57-10A4-C77E541C9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FDF09C63-2FF9-8A66-970C-DF9CA1BBD0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94816DA-1425-63F7-01D6-3A0BA5362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A57BB893-3852-DD1D-A19D-F42CA0626F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84483858-41BF-DC7B-4606-1C6C62DD61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266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79CA116-0403-A58E-2705-BBC572BF5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348694"/>
          </a:xfrm>
        </p:spPr>
        <p:txBody>
          <a:bodyPr/>
          <a:lstStyle/>
          <a:p>
            <a:r>
              <a:rPr lang="en-US" dirty="0"/>
              <a:t>“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ROCK ,PAPER, SCISSOR</a:t>
            </a:r>
            <a:r>
              <a:rPr lang="en-US" dirty="0"/>
              <a:t>”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5E2F5AE3-A223-1DBE-FF88-6401366818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29599" y="4478337"/>
            <a:ext cx="3744685" cy="2020434"/>
          </a:xfrm>
        </p:spPr>
        <p:txBody>
          <a:bodyPr/>
          <a:lstStyle/>
          <a:p>
            <a:r>
              <a:rPr lang="en-US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PREPARED BY :</a:t>
            </a:r>
          </a:p>
          <a:p>
            <a:r>
              <a:rPr lang="en-US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DIVYA   SHARMA </a:t>
            </a:r>
          </a:p>
          <a:p>
            <a:r>
              <a:rPr lang="en-US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SABINA   PUWANLI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124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654934D-C094-BA3C-9DC7-69A3E5F4CE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1511" y="171950"/>
            <a:ext cx="8523514" cy="1141866"/>
          </a:xfrm>
        </p:spPr>
        <p:txBody>
          <a:bodyPr/>
          <a:lstStyle/>
          <a:p>
            <a:r>
              <a:rPr lang="en-US" b="1" dirty="0" smtClean="0"/>
              <a:t>INTRODUCTION</a:t>
            </a:r>
            <a:endParaRPr lang="en-US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F6E52F9D-8044-4BB7-A57D-CFC90EFB43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050" y="1686879"/>
            <a:ext cx="8570867" cy="2966402"/>
          </a:xfrm>
        </p:spPr>
        <p:txBody>
          <a:bodyPr>
            <a:noAutofit/>
          </a:bodyPr>
          <a:lstStyle/>
          <a:p>
            <a:pPr marL="514350" indent="-514350" algn="l">
              <a:buFont typeface="+mj-lt"/>
              <a:buAutoNum type="arabicPeriod"/>
            </a:pPr>
            <a:r>
              <a:rPr lang="en-US" dirty="0" smtClean="0"/>
              <a:t>Rock </a:t>
            </a:r>
            <a:r>
              <a:rPr lang="en-US" dirty="0"/>
              <a:t>Paper Scissors is a simple and popular hand game played between </a:t>
            </a:r>
            <a:r>
              <a:rPr lang="en-US" dirty="0" smtClean="0"/>
              <a:t>two </a:t>
            </a:r>
            <a:r>
              <a:rPr lang="en-US" dirty="0"/>
              <a:t>players. </a:t>
            </a:r>
            <a:endParaRPr lang="en-US" dirty="0" smtClean="0"/>
          </a:p>
          <a:p>
            <a:pPr marL="514350" indent="-514350" algn="l">
              <a:buFont typeface="+mj-lt"/>
              <a:buAutoNum type="arabicPeriod"/>
            </a:pPr>
            <a:r>
              <a:rPr lang="en-US" dirty="0" smtClean="0"/>
              <a:t>This </a:t>
            </a:r>
            <a:r>
              <a:rPr lang="en-US" dirty="0"/>
              <a:t>project develops a digital version of </a:t>
            </a:r>
            <a:r>
              <a:rPr lang="en-US" dirty="0" smtClean="0"/>
              <a:t>the </a:t>
            </a:r>
            <a:r>
              <a:rPr lang="en-US" dirty="0"/>
              <a:t>game using the C </a:t>
            </a:r>
            <a:r>
              <a:rPr lang="en-US" dirty="0" smtClean="0"/>
              <a:t>programming language.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dirty="0" smtClean="0"/>
              <a:t>The </a:t>
            </a:r>
            <a:r>
              <a:rPr lang="en-US" dirty="0"/>
              <a:t>system provides user registration, login, single-player and multiplayer modes. </a:t>
            </a:r>
            <a:endParaRPr lang="en-US" dirty="0" smtClean="0"/>
          </a:p>
          <a:p>
            <a:pPr marL="514350" indent="-514350" algn="l">
              <a:buFont typeface="+mj-lt"/>
              <a:buAutoNum type="arabicPeriod"/>
            </a:pPr>
            <a:r>
              <a:rPr lang="en-US" dirty="0" smtClean="0"/>
              <a:t>It </a:t>
            </a:r>
            <a:r>
              <a:rPr lang="en-US" dirty="0"/>
              <a:t>uses file handling to store player information, match history, and leaderboard records. </a:t>
            </a:r>
            <a:endParaRPr lang="en-US" dirty="0" smtClean="0"/>
          </a:p>
          <a:p>
            <a:pPr marL="514350" indent="-514350" algn="l">
              <a:buFont typeface="+mj-lt"/>
              <a:buAutoNum type="arabicPeriod"/>
            </a:pPr>
            <a:r>
              <a:rPr lang="en-US" dirty="0" smtClean="0"/>
              <a:t>The </a:t>
            </a:r>
            <a:r>
              <a:rPr lang="en-US" dirty="0"/>
              <a:t>project demonstrates the practical application of C programming concepts in developing a complete software application.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1550" y="1686879"/>
            <a:ext cx="3600450" cy="2885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346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06A50B1-CA47-93F4-AE81-CB7D81DB0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6915" y="261257"/>
            <a:ext cx="9144000" cy="109945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41887487-9DD7-4309-C4DF-1D74C7C3C8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6775" y="1481818"/>
            <a:ext cx="9144000" cy="4876800"/>
          </a:xfrm>
        </p:spPr>
        <p:txBody>
          <a:bodyPr>
            <a:normAutofit/>
          </a:bodyPr>
          <a:lstStyle/>
          <a:p>
            <a:pPr algn="l"/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main objective of this project is to develop a complete Rock Paper Scissors gaming system using C programming language. Here are some specific objectives listed below: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 algn="l">
              <a:buFont typeface="+mj-lt"/>
              <a:buAutoNum type="arabicPeriod"/>
            </a:pP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implement multiple gameplay modes including player versus computer and multiplayer functionality.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 algn="l">
              <a:buFont typeface="+mj-lt"/>
              <a:buAutoNum type="arabicPeriod"/>
            </a:pP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use file handling for storing player records, maintaining match history, and displaying scoreboards.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 algn="l">
              <a:buFont typeface="+mj-lt"/>
              <a:buAutoNum type="arabicPeriod"/>
            </a:pP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create Dashboard that provides easy access to gameplay, match history, leader board and user options.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9106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90F860A-5BC2-2A92-C549-C1481375F9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5144" y="262392"/>
            <a:ext cx="9252856" cy="967694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15EAC4F1-F4EA-5CA9-069E-600B6D9529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9200" y="1651907"/>
            <a:ext cx="9144000" cy="4789714"/>
          </a:xfrm>
        </p:spPr>
        <p:txBody>
          <a:bodyPr>
            <a:noAutofit/>
          </a:bodyPr>
          <a:lstStyle/>
          <a:p>
            <a:pPr algn="l"/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following problems motivated the development of this project: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Lack of User Management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traditional game does not provide a registration or login system, making it impossible to identify different players or maintain individual player records.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No Permanent Data Storage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Absence of Match History and Leaderboard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Players cannot review previously played matches or compare their performance with other players through a leaderboard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  Gameplay Features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traditional game offers only basic gameplay and lacks additional features.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overcome these Limitations, this project develops a console-based Rock Paper Scissors Game using C programming language with user registration, login, single player and multiplayer modes, score management, match history, leaderboard, and file handling for permanent data storage.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GB" sz="2000" dirty="0"/>
              <a:t> </a:t>
            </a:r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556171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 smtClean="0"/>
              <a:t>TEAM MEMBERS CONTRIBUTION</a:t>
            </a:r>
            <a:endParaRPr lang="en-US" sz="6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396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b="1" dirty="0" smtClean="0"/>
              <a:t>LEVEL 0 DFD </a:t>
            </a:r>
            <a:endParaRPr lang="en-US" sz="6000" b="1" dirty="0"/>
          </a:p>
        </p:txBody>
      </p:sp>
      <p:sp>
        <p:nvSpPr>
          <p:cNvPr id="5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793750" y="1739400"/>
            <a:ext cx="8331200" cy="433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Shows the overall working of the Rock Paper Scissors Game.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Illustrates the interaction between the player and the system.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Represents the main input and output of the application. </a:t>
            </a:r>
          </a:p>
        </p:txBody>
      </p:sp>
      <p:pic>
        <p:nvPicPr>
          <p:cNvPr id="6" name="Picture 5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225" y="1629575"/>
            <a:ext cx="7975600" cy="329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649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b="1" dirty="0" smtClean="0"/>
              <a:t>LEVEL 1 DFD</a:t>
            </a:r>
            <a:endParaRPr lang="en-US" sz="6000" b="1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38200" y="1323644"/>
            <a:ext cx="9643409" cy="5355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Shows the internal processes of the system.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Includes registration, login, gameplay, profile management, leaderboard, and match history.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Demonstrates the flow of data between users and the data files </a:t>
            </a:r>
          </a:p>
        </p:txBody>
      </p:sp>
      <p:pic>
        <p:nvPicPr>
          <p:cNvPr id="5" name="Picture 4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" y="1628776"/>
            <a:ext cx="10106025" cy="4048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412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-333375"/>
            <a:ext cx="10515600" cy="1325563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 smtClean="0"/>
              <a:t>FLOWCHART FOR MAIN MENU, REGISTRATION AND LOGIN</a:t>
            </a:r>
            <a:endParaRPr lang="en-US" sz="3200" b="1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38200" y="1046647"/>
            <a:ext cx="9049209" cy="59093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1800" dirty="0" smtClean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800" dirty="0" smtClean="0"/>
              <a:t>Illustrates </a:t>
            </a:r>
            <a:r>
              <a:rPr lang="en-US" sz="1800" dirty="0"/>
              <a:t>the sequence of user registration and login before accessing the game dashboard</a:t>
            </a:r>
            <a:r>
              <a:rPr lang="en-US" sz="1800" dirty="0" smtClean="0"/>
              <a:t>.</a:t>
            </a:r>
          </a:p>
        </p:txBody>
      </p:sp>
      <p:pic>
        <p:nvPicPr>
          <p:cNvPr id="5" name="Picture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90550"/>
            <a:ext cx="9953625" cy="604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751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69850"/>
            <a:ext cx="10515600" cy="911225"/>
          </a:xfrm>
        </p:spPr>
        <p:txBody>
          <a:bodyPr/>
          <a:lstStyle/>
          <a:p>
            <a:pPr algn="ctr"/>
            <a:r>
              <a:rPr lang="en-US" b="1" dirty="0" smtClean="0"/>
              <a:t>FLOWCHART FOR DASHBOARD</a:t>
            </a:r>
            <a:endParaRPr lang="en-US" b="1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0" y="384603"/>
            <a:ext cx="11157863" cy="64633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 smtClean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 smtClean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sz="18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Shows the available options after successful login and the navigation to different modules of the system.</a:t>
            </a:r>
          </a:p>
        </p:txBody>
      </p:sp>
      <p:pic>
        <p:nvPicPr>
          <p:cNvPr id="5" name="Picture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40" y="850832"/>
            <a:ext cx="11258560" cy="5530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7287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10515600" cy="1009650"/>
          </a:xfrm>
        </p:spPr>
        <p:txBody>
          <a:bodyPr/>
          <a:lstStyle/>
          <a:p>
            <a:pPr algn="ctr"/>
            <a:r>
              <a:rPr lang="en-US" b="1" dirty="0" smtClean="0"/>
              <a:t>FLOWCHART FOR SINGLE PLAYER GAMEPLAY</a:t>
            </a:r>
            <a:endParaRPr lang="en-US" b="1" dirty="0"/>
          </a:p>
        </p:txBody>
      </p:sp>
      <p:sp>
        <p:nvSpPr>
          <p:cNvPr id="6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204787" y="633027"/>
            <a:ext cx="11515725" cy="6186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 smtClean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sz="18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Represents the process of playing against the computer and updating the game result.</a:t>
            </a:r>
          </a:p>
        </p:txBody>
      </p:sp>
      <p:pic>
        <p:nvPicPr>
          <p:cNvPr id="7" name="Picture 6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583" y="771526"/>
            <a:ext cx="6895467" cy="5657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146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-123825"/>
            <a:ext cx="10515600" cy="1325563"/>
          </a:xfrm>
        </p:spPr>
        <p:txBody>
          <a:bodyPr/>
          <a:lstStyle/>
          <a:p>
            <a:r>
              <a:rPr lang="en-US" b="1" dirty="0" smtClean="0"/>
              <a:t>FLOWCHART FOR MULTIPLAYER GAMEPLAY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675" y="987424"/>
            <a:ext cx="10515600" cy="5870575"/>
          </a:xfrm>
        </p:spPr>
        <p:txBody>
          <a:bodyPr>
            <a:normAutofit fontScale="70000" lnSpcReduction="20000"/>
          </a:bodyPr>
          <a:lstStyle/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US" dirty="0"/>
          </a:p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 smtClean="0"/>
              <a:t>Shows </a:t>
            </a:r>
            <a:r>
              <a:rPr lang="en-US" dirty="0"/>
              <a:t>the gameplay process between two registered players and the result generation</a:t>
            </a:r>
          </a:p>
        </p:txBody>
      </p:sp>
      <p:pic>
        <p:nvPicPr>
          <p:cNvPr id="4" name="Picture 3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6610" y="987424"/>
            <a:ext cx="6800215" cy="534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1526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891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b="1" dirty="0" smtClean="0"/>
              <a:t>CONCLUSION</a:t>
            </a:r>
            <a:endParaRPr lang="en-US" sz="6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1975" y="1758950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400" dirty="0"/>
              <a:t>The Rock Paper Scissors Game was successfully developed using the C programming language. </a:t>
            </a:r>
            <a:endParaRPr lang="en-US" sz="24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/>
              <a:t>The </a:t>
            </a:r>
            <a:r>
              <a:rPr lang="en-US" sz="2400" dirty="0"/>
              <a:t>system provides user registration, login, single-player and multiplayer gameplay, leaderboard, and match history. </a:t>
            </a:r>
            <a:endParaRPr lang="en-US" sz="24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/>
              <a:t>File </a:t>
            </a:r>
            <a:r>
              <a:rPr lang="en-US" sz="2400" dirty="0"/>
              <a:t>handling enables permanent storage of player records and game statistics. </a:t>
            </a:r>
            <a:endParaRPr lang="en-US" sz="24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/>
              <a:t>The </a:t>
            </a:r>
            <a:r>
              <a:rPr lang="en-US" sz="2400" dirty="0"/>
              <a:t>project enhanced our knowledge of programming, file handling, teamwork, and software development. </a:t>
            </a:r>
            <a:endParaRPr lang="en-US" sz="24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/>
              <a:t>Overall</a:t>
            </a:r>
            <a:r>
              <a:rPr lang="en-US" sz="2400" dirty="0"/>
              <a:t>, the project achieved its objectives and can be further enhanced with GUI, database integration, and online multiplayer features. </a:t>
            </a:r>
          </a:p>
        </p:txBody>
      </p:sp>
    </p:spTree>
    <p:extLst>
      <p:ext uri="{BB962C8B-B14F-4D97-AF65-F5344CB8AC3E}">
        <p14:creationId xmlns:p14="http://schemas.microsoft.com/office/powerpoint/2010/main" val="3841431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229</TotalTime>
  <Words>427</Words>
  <Application>Microsoft Office PowerPoint</Application>
  <PresentationFormat>Widescreen</PresentationFormat>
  <Paragraphs>156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Times New Roman</vt:lpstr>
      <vt:lpstr>Office Theme</vt:lpstr>
      <vt:lpstr>“ROCK ,PAPER, SCISSOR” </vt:lpstr>
      <vt:lpstr>INTRODUCTION</vt:lpstr>
      <vt:lpstr>OBJECTIVE</vt:lpstr>
      <vt:lpstr>PROBLEM STATEMENT</vt:lpstr>
      <vt:lpstr>TEAM MEMBERS CONTRIBUTION</vt:lpstr>
      <vt:lpstr>LEVEL 0 DFD </vt:lpstr>
      <vt:lpstr>LEVEL 1 DFD</vt:lpstr>
      <vt:lpstr>FLOWCHART FOR MAIN MENU, REGISTRATION AND LOGIN</vt:lpstr>
      <vt:lpstr>FLOWCHART FOR DASHBOARD</vt:lpstr>
      <vt:lpstr>FLOWCHART FOR SINGLE PLAYER GAMEPLAY</vt:lpstr>
      <vt:lpstr>FLOWCHART FOR MULTIPLAYER GAMEPLAY</vt:lpstr>
      <vt:lpstr>PowerPoint Presentation</vt:lpstr>
      <vt:lpstr>CONCLUSION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“ROCK ,PAPER, SCISSOR” </dc:title>
  <dc:creator>User</dc:creator>
  <cp:lastModifiedBy>Acer</cp:lastModifiedBy>
  <cp:revision>13</cp:revision>
  <dcterms:created xsi:type="dcterms:W3CDTF">2026-07-10T12:37:12Z</dcterms:created>
  <dcterms:modified xsi:type="dcterms:W3CDTF">2026-07-11T11:08:16Z</dcterms:modified>
</cp:coreProperties>
</file>