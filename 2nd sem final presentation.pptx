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2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E26AE7-911E-97F7-90DC-57CC67742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127FD1-24CC-48DA-F096-30197D813B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DE153-1672-8941-4330-64F58EBF5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CCBBF-80B2-A6DB-0EB5-356564D5D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33690-8F48-8AA2-5DD5-2CB340D1E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65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5C88C-6AF6-E40C-7B1D-B2D0FEAA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08466-B11B-56F5-AC2A-421498AB2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244DE3-6B2E-37F4-62F6-D09693D50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EA595-1D33-1FAF-69FB-AF8DF9EAC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328DC-FC11-A62A-356D-DD63D1369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835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1DAC3-7FEB-C4FF-DE46-BA155AA82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22055-BDA8-9EC5-57C5-9EB70D910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FA28B4-AE90-FDD9-0A4D-FC774CD87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F3C4F-7E86-CE2A-E7C7-E31C80772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B46B8-A7E8-B944-B322-654BDBF09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78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D089-92F1-CE0B-B25C-8F0D2AFE9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60BFC1-69ED-BA70-558B-36DA4BC6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507B1A-61F6-5082-9D91-E531C878BD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3CFB7-6543-C803-DA07-3A9DDFE0C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674DB0-FEF9-599F-8C5B-170E24974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43C5C5-89DC-EC60-8E33-AE5CED8A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72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6755F-6B9C-A611-C217-6B5A92096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C4B97A-CEAE-E23A-B5D0-C528FD6F1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1A3465-CAF8-C4A0-B417-1FD38E120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6E4927-CA74-03C1-FF96-9BD8F6C75B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6B05E8-CC52-BF11-535B-DD5F3F7A4C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2B8625-6D65-2904-3740-AEA5D078B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95EFDA-49E2-B8B6-F841-35F3ED682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C3D7B08-9700-FAAB-B9FC-554F6A2A6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337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78283-CA27-5BBE-3B69-A7AE24427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799CE10-1BD2-E4EC-3052-8DB1E5A5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EF9561-3860-CD15-455C-89D3BB54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6F9450-FDA4-513C-0BBB-E527C348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280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935C6A-2B80-6605-16F4-543A28629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30E863-D0D0-4377-C41B-91121E1B5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BC8810-A436-C43F-800E-33081CC9E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6999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5E12F-455A-9562-15D7-2C1236077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FAB899-56A5-0755-3342-C850480E0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7E362-0C7B-3BE2-3509-38267E74CA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712F4B-6CF9-CA49-18B8-2801E8CC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C51EF-C0DF-F9D1-5634-C4E81B5B7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2E7A44-C576-8C8A-970F-28098F41B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613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3112C-36C8-EFBC-C401-E0F161F44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10467D-E165-7AC8-273C-B1AB54FBFC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0142D-8886-B0D6-0E5E-EB666D1DB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2D38EB-DD4C-3DDE-9F52-693EC7B7F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DBB5D7-6F39-5A5D-529F-FE45C1CFA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9A4A13-FC19-A055-26ED-AAD20E0F2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52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CA827-20F9-FC36-1DA7-827C94B22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8956B-B870-DB88-5702-3466DE95D2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7D5CE-FDF1-38EB-5981-24720036D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3B160-42FB-E486-1073-20CF7CCC3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7D6441-F9A6-5398-550D-415D3CDFB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529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9AD8A6-1443-5CF8-B0A0-DC7212A83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36A049-DE16-832E-0754-B4C535259D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EC61F-9515-9E90-9383-406A72657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CA544-3170-192D-C1ED-108C7F20B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333BF-8D8D-E28A-B6A3-A25B45DEB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568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tx2">
                <a:lumMod val="20000"/>
                <a:lumOff val="80000"/>
                <a:alpha val="99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9A5A2E-5446-3E57-10A4-C77E541C9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F09C63-2FF9-8A66-970C-DF9CA1BBD0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816DA-1425-63F7-01D6-3A0BA5362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4CDA7-88E2-46CD-B246-B6D2F01D5F20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BB893-3852-DD1D-A19D-F42CA0626F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483858-41BF-DC7B-4606-1C6C62DD61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6BF5-E213-48A0-843F-B61466D45C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66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CA116-0403-A58E-2705-BBC572BF5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348694"/>
          </a:xfrm>
        </p:spPr>
        <p:txBody>
          <a:bodyPr/>
          <a:lstStyle/>
          <a:p>
            <a:r>
              <a:rPr lang="en-US" dirty="0"/>
              <a:t>“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 ,PAPER, SCISSOR</a:t>
            </a:r>
            <a:r>
              <a:rPr lang="en-US" dirty="0"/>
              <a:t>”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2F5AE3-A223-1DBE-FF88-6401366818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9599" y="4478337"/>
            <a:ext cx="3744685" cy="2020434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PREPARED BY :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DIVYA   SHARMA </a:t>
            </a:r>
          </a:p>
          <a:p>
            <a:r>
              <a:rPr lang="en-US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SABINA   PUWANLI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1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4934D-C094-BA3C-9DC7-69A3E5F4C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44486" y="1122363"/>
            <a:ext cx="8523514" cy="114186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E52F9D-8044-4BB7-A57D-CFC90EFB43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468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A50B1-CA47-93F4-AE81-CB7D81DB0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6915" y="261257"/>
            <a:ext cx="9144000" cy="109945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887487-9DD7-4309-C4DF-1D74C7C3C8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719943"/>
            <a:ext cx="9144000" cy="4876800"/>
          </a:xfrm>
        </p:spPr>
        <p:txBody>
          <a:bodyPr>
            <a:normAutofit/>
          </a:bodyPr>
          <a:lstStyle/>
          <a:p>
            <a:pPr algn="just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complete Rock Paper Scissors gaming system using C programming language. Here are some specific objectives listed below: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just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multiple gameplay modes including player versus computer and multiplayer functionality.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just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use file handling for storing player records, maintaining match history, and displaying scoreboards.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 algn="just">
              <a:buFont typeface="+mj-lt"/>
              <a:buAutoNum type="arabicPeriod"/>
            </a:pPr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create Dashboard that provides easy access to gameplay, match history, leader board and user options.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GB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910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F860A-5BC2-2A92-C549-C1481375F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144" y="262392"/>
            <a:ext cx="9252856" cy="967694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EAC4F1-F4EA-5CA9-069E-600B6D9529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556657"/>
            <a:ext cx="9144000" cy="4789714"/>
          </a:xfrm>
        </p:spPr>
        <p:txBody>
          <a:bodyPr>
            <a:noAutofit/>
          </a:bodyPr>
          <a:lstStyle/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following problems motivated the development of this project: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Lack of User Management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does not provide a registration or login system, making it impossible to identify different players or maintain individual player records.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No Permanent Data Storage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Absence of Match History and Leaderboard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Players cannot review previously played matches or compare their performance with other players through a leaderboard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GB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  Gameplay Features</a:t>
            </a:r>
            <a:b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traditional game offers only basic gameplay and lacks additional features.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overcome these Limitations, this project develops a console-based Rock Paper Scissors Game using C programming language with user registration, login, single player and multiplayer modes, score management, match history, leaderboard, and file handling for permanent data storage.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000" dirty="0"/>
              <a:t> </a:t>
            </a: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55617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74</TotalTime>
  <Words>237</Words>
  <Application>Microsoft Office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Times New Roman</vt:lpstr>
      <vt:lpstr>Office Theme</vt:lpstr>
      <vt:lpstr>“ROCK ,PAPER, SCISSOR” </vt:lpstr>
      <vt:lpstr>PowerPoint Presentation</vt:lpstr>
      <vt:lpstr>OBJECTIVE</vt:lpstr>
      <vt:lpstr>PROBLEM STATEMENT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2026-07-10T12:37:12Z</dcterms:created>
  <dcterms:modified xsi:type="dcterms:W3CDTF">2026-07-10T13:51:42Z</dcterms:modified>
</cp:coreProperties>
</file>