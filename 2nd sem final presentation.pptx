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E26AE7-911E-97F7-90DC-57CC67742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8127FD1-24CC-48DA-F096-30197D813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3CDE153-1672-8941-4330-64F58EBF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CDA7-88E2-46CD-B246-B6D2F01D5F2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EACCBBF-80B2-A6DB-0EB5-356564D5D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8F33690-8F48-8AA2-5DD5-2CB340D1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BF5-E213-48A0-843F-B61466D45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5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75C88C-6AF6-E40C-7B1D-B2D0FEAA9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CF08466-B11B-56F5-AC2A-421498AB2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F244DE3-6B2E-37F4-62F6-D09693D5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CDA7-88E2-46CD-B246-B6D2F01D5F2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DEA595-1D33-1FAF-69FB-AF8DF9EA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B3328DC-FC11-A62A-356D-DD63D136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BF5-E213-48A0-843F-B61466D45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35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01DAC3-7FEB-C4FF-DE46-BA155AA82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F22055-BDA8-9EC5-57C5-9EB70D910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5FA28B4-AE90-FDD9-0A4D-FC774CD8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CDA7-88E2-46CD-B246-B6D2F01D5F2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F5F3C4F-7E86-CE2A-E7C7-E31C8077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3B46B8-A7E8-B944-B322-654BDBF09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BF5-E213-48A0-843F-B61466D45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78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FDD089-92F1-CE0B-B25C-8F0D2AFE9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60BFC1-69ED-BA70-558B-36DA4BC64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0507B1A-61F6-5082-9D91-E531C878B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F63CFB7-6543-C803-DA07-3A9DDFE0C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CDA7-88E2-46CD-B246-B6D2F01D5F2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2674DB0-FEF9-599F-8C5B-170E24974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D43C5C5-89DC-EC60-8E33-AE5CED8A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BF5-E213-48A0-843F-B61466D45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72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46755F-6B9C-A611-C217-6B5A9209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6C4B97A-CEAE-E23A-B5D0-C528FD6F1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D1A3465-CAF8-C4A0-B417-1FD38E120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96E4927-CA74-03C1-FF96-9BD8F6C75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76B05E8-CC52-BF11-535B-DD5F3F7A4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62B8625-6D65-2904-3740-AEA5D078B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CDA7-88E2-46CD-B246-B6D2F01D5F2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C95EFDA-49E2-B8B6-F841-35F3ED68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C3D7B08-9700-FAAB-B9FC-554F6A2A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BF5-E213-48A0-843F-B61466D45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37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578283-CA27-5BBE-3B69-A7AE2442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799CE10-1BD2-E4EC-3052-8DB1E5A5B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CDA7-88E2-46CD-B246-B6D2F01D5F2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BEF9561-3860-CD15-455C-89D3BB540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C6F9450-FDA4-513C-0BBB-E527C348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BF5-E213-48A0-843F-B61466D45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8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D935C6A-2B80-6605-16F4-543A2862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CDA7-88E2-46CD-B246-B6D2F01D5F2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E30E863-D0D0-4377-C41B-91121E1B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CBC8810-A436-C43F-800E-33081CC9E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BF5-E213-48A0-843F-B61466D45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99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D5E12F-455A-9562-15D7-2C123607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FAB899-56A5-0755-3342-C850480E0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C57E362-0C7B-3BE2-3509-38267E74C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2712F4B-6CF9-CA49-18B8-2801E8CC2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CDA7-88E2-46CD-B246-B6D2F01D5F2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9FC51EF-C0DF-F9D1-5634-C4E81B5B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E2E7A44-C576-8C8A-970F-28098F41B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BF5-E213-48A0-843F-B61466D45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13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D3112C-36C8-EFBC-C401-E0F161F44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F10467D-E165-7AC8-273C-B1AB54FBFC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C60142D-8886-B0D6-0E5E-EB666D1DB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12D38EB-DD4C-3DDE-9F52-693EC7B7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CDA7-88E2-46CD-B246-B6D2F01D5F2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9DBB5D7-6F39-5A5D-529F-FE45C1CFA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29A4A13-FC19-A055-26ED-AAD20E0F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BF5-E213-48A0-843F-B61466D45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5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BCA827-20F9-FC36-1DA7-827C94B2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AF8956B-B870-DB88-5702-3466DE95D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3A7D5CE-FDF1-38EB-5981-24720036D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CDA7-88E2-46CD-B246-B6D2F01D5F2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C33B160-42FB-E486-1073-20CF7CCC3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D7D6441-F9A6-5398-550D-415D3CDF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BF5-E213-48A0-843F-B61466D45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2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B9AD8A6-1443-5CF8-B0A0-DC7212A830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336A049-DE16-832E-0754-B4C535259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EFEC61F-9515-9E90-9383-406A7265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CDA7-88E2-46CD-B246-B6D2F01D5F2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CECA544-3170-192D-C1ED-108C7F20B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3A333BF-8D8D-E28A-B6A3-A25B45DE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66BF5-E213-48A0-843F-B61466D45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8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20000"/>
                <a:lumOff val="80000"/>
                <a:alpha val="99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19A5A2E-5446-3E57-10A4-C77E541C9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DF09C63-2FF9-8A66-970C-DF9CA1BBD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4816DA-1425-63F7-01D6-3A0BA5362A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4CDA7-88E2-46CD-B246-B6D2F01D5F2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7BB893-3852-DD1D-A19D-F42CA0626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4483858-41BF-DC7B-4606-1C6C62DD6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66BF5-E213-48A0-843F-B61466D45C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6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9CA116-0403-A58E-2705-BBC572BF5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8694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 ,PAPER, SCISSOR</a:t>
            </a:r>
            <a:r>
              <a:rPr lang="en-US" dirty="0"/>
              <a:t>”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E2F5AE3-A223-1DBE-FF88-640136681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599" y="4478337"/>
            <a:ext cx="3744685" cy="2020434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 :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DIVYA   SHARMA 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SABINA   PUWANLI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1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54934D-C094-BA3C-9DC7-69A3E5F4C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511" y="171950"/>
            <a:ext cx="8523514" cy="1141866"/>
          </a:xfrm>
        </p:spPr>
        <p:txBody>
          <a:bodyPr/>
          <a:lstStyle/>
          <a:p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6E52F9D-8044-4BB7-A57D-CFC90EFB4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" y="1686879"/>
            <a:ext cx="8570867" cy="2966402"/>
          </a:xfrm>
        </p:spPr>
        <p:txBody>
          <a:bodyPr>
            <a:no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US" dirty="0" smtClean="0"/>
              <a:t>Rock </a:t>
            </a:r>
            <a:r>
              <a:rPr lang="en-US" dirty="0"/>
              <a:t>Paper Scissors is a simple and popular hand game played between </a:t>
            </a:r>
            <a:r>
              <a:rPr lang="en-US" dirty="0" smtClean="0"/>
              <a:t>two </a:t>
            </a:r>
            <a:r>
              <a:rPr lang="en-US" dirty="0"/>
              <a:t>players. </a:t>
            </a:r>
            <a:endParaRPr lang="en-US" dirty="0" smtClean="0"/>
          </a:p>
          <a:p>
            <a:pPr marL="514350" indent="-514350" algn="l">
              <a:buFont typeface="+mj-lt"/>
              <a:buAutoNum type="arabicPeriod"/>
            </a:pPr>
            <a:r>
              <a:rPr lang="en-US" dirty="0" smtClean="0"/>
              <a:t>This </a:t>
            </a:r>
            <a:r>
              <a:rPr lang="en-US" dirty="0"/>
              <a:t>project develops a digital version of </a:t>
            </a:r>
            <a:r>
              <a:rPr lang="en-US" dirty="0" smtClean="0"/>
              <a:t>the </a:t>
            </a:r>
            <a:r>
              <a:rPr lang="en-US" dirty="0"/>
              <a:t>game using the C </a:t>
            </a:r>
            <a:r>
              <a:rPr lang="en-US" dirty="0" smtClean="0"/>
              <a:t>programming language.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system provides user registration, login, single-player and multiplayer modes. </a:t>
            </a:r>
            <a:endParaRPr lang="en-US" dirty="0" smtClean="0"/>
          </a:p>
          <a:p>
            <a:pPr marL="514350" indent="-514350" algn="l">
              <a:buFont typeface="+mj-lt"/>
              <a:buAutoNum type="arabicPeriod"/>
            </a:pPr>
            <a:r>
              <a:rPr lang="en-US" dirty="0" smtClean="0"/>
              <a:t>It </a:t>
            </a:r>
            <a:r>
              <a:rPr lang="en-US" dirty="0"/>
              <a:t>uses file handling to store player information, match history, and leaderboard records. </a:t>
            </a:r>
            <a:endParaRPr lang="en-US" dirty="0" smtClean="0"/>
          </a:p>
          <a:p>
            <a:pPr marL="514350" indent="-514350" algn="l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project demonstrates the practical application of C programming concepts in developing a complete software application.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550" y="1686879"/>
            <a:ext cx="3600450" cy="288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46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6A50B1-CA47-93F4-AE81-CB7D81DB0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6915" y="261257"/>
            <a:ext cx="9144000" cy="109945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1887487-9DD7-4309-C4DF-1D74C7C3C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775" y="1481818"/>
            <a:ext cx="9144000" cy="4876800"/>
          </a:xfrm>
        </p:spPr>
        <p:txBody>
          <a:bodyPr>
            <a:normAutofit/>
          </a:bodyPr>
          <a:lstStyle/>
          <a:p>
            <a:pPr algn="l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develop a complete Rock Paper Scissors gaming system using C programming language. Here are some specific objectives listed below: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l">
              <a:buFont typeface="+mj-lt"/>
              <a:buAutoNum type="arabicPeriod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multiple gameplay modes including player versus computer and multiplayer functionality.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l">
              <a:buFont typeface="+mj-lt"/>
              <a:buAutoNum type="arabicPeriod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file handling for storing player records, maintaining match history, and displaying scoreboards.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l">
              <a:buFont typeface="+mj-lt"/>
              <a:buAutoNum type="arabicPeriod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Dashboard that provides easy access to gameplay, match history, leader board and user options.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910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0F860A-5BC2-2A92-C549-C1481375F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144" y="262392"/>
            <a:ext cx="9252856" cy="9676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5EAC4F1-F4EA-5CA9-069E-600B6D952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1651907"/>
            <a:ext cx="9144000" cy="478971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problems motivated the development of this project: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Lack of User Management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traditional game does not provide a registration or login system, making it impossible to identify different players or maintain individual player records.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 Permanent Data Storage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Match History and Leaderboard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 cannot review previously played matches or compare their performance with other players through a leaderboard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  Gameplay Features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traditional game offers only basic gameplay and lacks additional features.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Limitations, this project develops a console-based Rock Paper Scissors Game using C programming language with user registration, login, single player and multiplayer modes, score management, match history, leaderboard, and file handling for permanent data storage.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/>
              <a:t> 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55617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TEAM MEMBERS CONTRIBUTION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96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smtClean="0"/>
              <a:t>LEVEL 0 DFD </a:t>
            </a:r>
            <a:endParaRPr lang="en-US" sz="6000" b="1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93750" y="1739400"/>
            <a:ext cx="833120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the overall working of the Rock Paper Scissors Game.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Illustrates the interaction between the player and the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Represents the main input and output of the application. </a:t>
            </a: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1629575"/>
            <a:ext cx="7975600" cy="329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49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smtClean="0"/>
              <a:t>LEVEL 1 DFD</a:t>
            </a:r>
            <a:endParaRPr lang="en-US" sz="6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23644"/>
            <a:ext cx="964340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the internal processes of the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registration, login, gameplay, profile management, leaderboard, and match history.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the flow of data between users and the data files 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1628776"/>
            <a:ext cx="10106025" cy="404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12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3337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/>
              <a:t>FLOWCHART FOR MAIN MENU, REGISTRATION AND LOGIN</a:t>
            </a:r>
            <a:endParaRPr lang="en-US" sz="32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046647"/>
            <a:ext cx="9049209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 smtClean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 smtClean="0"/>
              <a:t>Illustrates </a:t>
            </a:r>
            <a:r>
              <a:rPr lang="en-US" sz="1800" dirty="0"/>
              <a:t>the sequence of user registration and login before accessing the game dashboard</a:t>
            </a:r>
            <a:r>
              <a:rPr lang="en-US" sz="1800" dirty="0" smtClean="0"/>
              <a:t>.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90550"/>
            <a:ext cx="9953625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75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850"/>
            <a:ext cx="10515600" cy="911225"/>
          </a:xfrm>
        </p:spPr>
        <p:txBody>
          <a:bodyPr/>
          <a:lstStyle/>
          <a:p>
            <a:pPr algn="ctr"/>
            <a:r>
              <a:rPr lang="en-US" b="1" dirty="0" smtClean="0"/>
              <a:t>FLOWCHART FOR DASHBOARD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384603"/>
            <a:ext cx="11157863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the available options after successful login and the navigation to different modules of the system.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40" y="850832"/>
            <a:ext cx="11258560" cy="553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728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10515600" cy="1009650"/>
          </a:xfrm>
        </p:spPr>
        <p:txBody>
          <a:bodyPr/>
          <a:lstStyle/>
          <a:p>
            <a:pPr algn="ctr"/>
            <a:r>
              <a:rPr lang="en-US" b="1" dirty="0" smtClean="0"/>
              <a:t>FLOWCHART FOR SINGLE PLAYER GAMEPLAY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025" y="1009650"/>
            <a:ext cx="10515600" cy="561974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146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smtClean="0"/>
              <a:t>CONCLUSION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1758950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Rock Paper Scissors Game was successfully developed using the C programming language. 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The </a:t>
            </a:r>
            <a:r>
              <a:rPr lang="en-US" sz="2400" dirty="0"/>
              <a:t>system provides user registration, login, single-player and multiplayer gameplay, leaderboard, and match history. 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File </a:t>
            </a:r>
            <a:r>
              <a:rPr lang="en-US" sz="2400" dirty="0"/>
              <a:t>handling enables permanent storage of player records and game statistics. 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The </a:t>
            </a:r>
            <a:r>
              <a:rPr lang="en-US" sz="2400" dirty="0"/>
              <a:t>project enhanced our knowledge of programming, file handling, teamwork, and software development. </a:t>
            </a: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Overall</a:t>
            </a:r>
            <a:r>
              <a:rPr lang="en-US" sz="2400" dirty="0"/>
              <a:t>, the project achieved its objectives and can be further enhanced with GUI, database integration, and online multiplayer features. </a:t>
            </a:r>
          </a:p>
        </p:txBody>
      </p:sp>
    </p:spTree>
    <p:extLst>
      <p:ext uri="{BB962C8B-B14F-4D97-AF65-F5344CB8AC3E}">
        <p14:creationId xmlns:p14="http://schemas.microsoft.com/office/powerpoint/2010/main" val="3841431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219</TotalTime>
  <Words>397</Words>
  <Application>Microsoft Office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“ROCK ,PAPER, SCISSOR” </vt:lpstr>
      <vt:lpstr>INTRODUCTION</vt:lpstr>
      <vt:lpstr>OBJECTIVE</vt:lpstr>
      <vt:lpstr>PROBLEM STATEMENT</vt:lpstr>
      <vt:lpstr>TEAM MEMBERS CONTRIBUTION</vt:lpstr>
      <vt:lpstr>LEVEL 0 DFD </vt:lpstr>
      <vt:lpstr>LEVEL 1 DFD</vt:lpstr>
      <vt:lpstr>FLOWCHART FOR MAIN MENU, REGISTRATION AND LOGIN</vt:lpstr>
      <vt:lpstr>FLOWCHART FOR DASHBOARD</vt:lpstr>
      <vt:lpstr>FLOWCHART FOR SINGLE PLAYER GAMEPLAY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“ROCK ,PAPER, SCISSOR” </dc:title>
  <dc:creator>User</dc:creator>
  <cp:lastModifiedBy>Acer</cp:lastModifiedBy>
  <cp:revision>11</cp:revision>
  <dcterms:created xsi:type="dcterms:W3CDTF">2026-07-10T12:37:12Z</dcterms:created>
  <dcterms:modified xsi:type="dcterms:W3CDTF">2026-07-11T10:58:18Z</dcterms:modified>
</cp:coreProperties>
</file>