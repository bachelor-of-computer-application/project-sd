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CE0F-C447-4F41-9B74-22B7B3EC19D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3136-5A42-4695-A1F1-48715E7C6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21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CE0F-C447-4F41-9B74-22B7B3EC19D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3136-5A42-4695-A1F1-48715E7C6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20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CE0F-C447-4F41-9B74-22B7B3EC19D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3136-5A42-4695-A1F1-48715E7C6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6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CE0F-C447-4F41-9B74-22B7B3EC19D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3136-5A42-4695-A1F1-48715E7C6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93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CE0F-C447-4F41-9B74-22B7B3EC19D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3136-5A42-4695-A1F1-48715E7C6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901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CE0F-C447-4F41-9B74-22B7B3EC19D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3136-5A42-4695-A1F1-48715E7C6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20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CE0F-C447-4F41-9B74-22B7B3EC19D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3136-5A42-4695-A1F1-48715E7C6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76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CE0F-C447-4F41-9B74-22B7B3EC19D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3136-5A42-4695-A1F1-48715E7C6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72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CE0F-C447-4F41-9B74-22B7B3EC19D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3136-5A42-4695-A1F1-48715E7C6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7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CE0F-C447-4F41-9B74-22B7B3EC19D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3136-5A42-4695-A1F1-48715E7C6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79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CE0F-C447-4F41-9B74-22B7B3EC19D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3136-5A42-4695-A1F1-48715E7C6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99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CE0F-C447-4F41-9B74-22B7B3EC19D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3136-5A42-4695-A1F1-48715E7C6CC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2554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CE0F-C447-4F41-9B74-22B7B3EC19D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3136-5A42-4695-A1F1-48715E7C6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690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CE0F-C447-4F41-9B74-22B7B3EC19D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3136-5A42-4695-A1F1-48715E7C6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91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CE0F-C447-4F41-9B74-22B7B3EC19D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3136-5A42-4695-A1F1-48715E7C6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12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CE0F-C447-4F41-9B74-22B7B3EC19D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3136-5A42-4695-A1F1-48715E7C6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577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CE0F-C447-4F41-9B74-22B7B3EC19D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3136-5A42-4695-A1F1-48715E7C6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74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17ECE0F-C447-4F41-9B74-22B7B3EC19D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5703136-5A42-4695-A1F1-48715E7C6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7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EFF8F-08CD-F865-73E2-ACA44B7B3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26201"/>
          </a:xfrm>
        </p:spPr>
        <p:txBody>
          <a:bodyPr/>
          <a:lstStyle/>
          <a:p>
            <a:r>
              <a:rPr lang="en-US" dirty="0"/>
              <a:t>“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 ,PAPER, SCISSOR</a:t>
            </a:r>
            <a:r>
              <a:rPr lang="en-US" dirty="0"/>
              <a:t>”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3E0D3-DB11-58B1-BE74-FB7ACCAB5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600" y="3429000"/>
            <a:ext cx="3465095" cy="2572352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 :</a:t>
            </a:r>
          </a:p>
          <a:p>
            <a:pPr algn="just"/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DIVYA   SHARMA </a:t>
            </a:r>
          </a:p>
          <a:p>
            <a:pPr algn="just"/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SABINA   </a:t>
            </a:r>
            <a:r>
              <a:rPr lang="en-US" sz="2800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PUWANLI</a:t>
            </a:r>
            <a:endParaRPr lang="en-US" sz="28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203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92294-F19C-2A92-E9B9-7E736B68A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6623" y="441376"/>
            <a:ext cx="9144000" cy="115882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F96784-C5E8-7929-C732-7E8130C3B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3629" y="1600200"/>
            <a:ext cx="9394371" cy="5105400"/>
          </a:xfrm>
        </p:spPr>
        <p:txBody>
          <a:bodyPr>
            <a:noAutofit/>
          </a:bodyPr>
          <a:lstStyle/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</a:rPr>
              <a:t>•</a:t>
            </a:r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Rock Paper Scissors is one of the oldest and most popular hand games. •It is commonly used for entertainment and decision-making. 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•In this project, the user plays against the computer or another player. •The game is developed using the C programming language. 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•The system includes advanced features such as: 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•Login &amp; Registration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•CRUD Operations 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•Score Management 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•Multiplayer Mode 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•Match History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•Leaderboard System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•Dashboard</a:t>
            </a:r>
          </a:p>
        </p:txBody>
      </p:sp>
    </p:spTree>
    <p:extLst>
      <p:ext uri="{BB962C8B-B14F-4D97-AF65-F5344CB8AC3E}">
        <p14:creationId xmlns:p14="http://schemas.microsoft.com/office/powerpoint/2010/main" val="1489948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1B1E-9CC9-F19D-A9D1-59FC24FC2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9882"/>
            <a:ext cx="9144000" cy="121278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PROJECT?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ECD5BB-CD09-AF58-4B4B-490B591129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1748187"/>
            <a:ext cx="9327682" cy="4674383"/>
          </a:xfrm>
        </p:spPr>
        <p:txBody>
          <a:bodyPr>
            <a:noAutofit/>
          </a:bodyPr>
          <a:lstStyle/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</a:rPr>
              <a:t>•</a:t>
            </a:r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game but powerful for learning programming concepts. 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•Helps understand: 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•File Handling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•Structures &amp; Functions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•Loops and Conditions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•User Authentication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•CRUD Operations 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•Makes learning C programming more interactive and practical.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•Demonstrates real-world software development concepts.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•Improves logical thinking and problem-solving skills.</a:t>
            </a:r>
          </a:p>
        </p:txBody>
      </p:sp>
    </p:spTree>
    <p:extLst>
      <p:ext uri="{BB962C8B-B14F-4D97-AF65-F5344CB8AC3E}">
        <p14:creationId xmlns:p14="http://schemas.microsoft.com/office/powerpoint/2010/main" val="445582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31A22-4946-FD80-D6D3-E03838AAA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3466"/>
            <a:ext cx="9144000" cy="108182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3AB8AC-B712-4EBE-E598-5ED1D0506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97794"/>
            <a:ext cx="9144000" cy="4100362"/>
          </a:xfrm>
        </p:spPr>
        <p:txBody>
          <a:bodyPr>
            <a:normAutofit/>
          </a:bodyPr>
          <a:lstStyle/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The Existing  Game only provide basic single player against computer .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It lacks essential features such as; user login, permanent data storage .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Additionally, the system does not support CRUD operations , leaderboard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2687017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9820D-DDED-314E-4085-842695BB4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7629" y="432920"/>
            <a:ext cx="9144000" cy="966319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7354B-FC8E-5F1D-8BEA-C5073B3C5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19175"/>
            <a:ext cx="9144000" cy="3438625"/>
          </a:xfrm>
        </p:spPr>
        <p:txBody>
          <a:bodyPr>
            <a:normAutofit/>
          </a:bodyPr>
          <a:lstStyle/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•To implement both: Single-player mode and Multiplayer mode.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•To store player data permanently using file handling.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Dashboard that provides easy access to game play match history, leaderboard and user options.</a:t>
            </a:r>
          </a:p>
        </p:txBody>
      </p:sp>
    </p:spTree>
    <p:extLst>
      <p:ext uri="{BB962C8B-B14F-4D97-AF65-F5344CB8AC3E}">
        <p14:creationId xmlns:p14="http://schemas.microsoft.com/office/powerpoint/2010/main" val="3873764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E2950-5A3C-96CB-2352-6585F795F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857"/>
            <a:ext cx="9144000" cy="103414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2C7A92-4CCF-989F-3688-851B46B9E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15143"/>
            <a:ext cx="9144000" cy="3842657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combines entertainment with learning.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•It demonstrates practical implementation of C programming concepts. •The system provides secure user management and permanent data storage. 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•Multiplayer mode and leaderboard increase user engagement.</a:t>
            </a:r>
          </a:p>
          <a:p>
            <a:pPr algn="l"/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•Overall, the project is educational, interactive, and user-friendly</a:t>
            </a:r>
            <a:r>
              <a:rPr lang="en-US" sz="1800"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2616167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4</TotalTime>
  <Words>306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Times New Roman</vt:lpstr>
      <vt:lpstr>Tw Cen MT</vt:lpstr>
      <vt:lpstr>Droplet</vt:lpstr>
      <vt:lpstr>“ROCK ,PAPER, SCISSOR” </vt:lpstr>
      <vt:lpstr>INTRODUCTION</vt:lpstr>
      <vt:lpstr>WHY THIS PROJECT?</vt:lpstr>
      <vt:lpstr>PROBLEM STATEMENT</vt:lpstr>
      <vt:lpstr>Objetives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</cp:revision>
  <dcterms:created xsi:type="dcterms:W3CDTF">2026-05-18T09:43:46Z</dcterms:created>
  <dcterms:modified xsi:type="dcterms:W3CDTF">2026-05-18T09:48:21Z</dcterms:modified>
</cp:coreProperties>
</file>